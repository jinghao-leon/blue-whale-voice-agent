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Microsoft YaHei"/>
              </a:rP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Voice Agent for 园区访客登记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F0F8"/>
                </a:solidFill>
                <a:latin typeface="Microsoft YaHei"/>
              </a:rPr>
              <a:t>Twilio Media Streams  ·  Bailian (百炼) AI 全栈  ·  实时语音对话 &lt; 25s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答辩人：______     蓝色鲸鱼科技园  ·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自我介绍 &amp; 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一分钟讲清楚我是谁、我做了什么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77B6"/>
                </a:solidFill>
                <a:latin typeface="Microsoft YaHei"/>
              </a:rPr>
              <a:t>项目来源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3045E"/>
                </a:solidFill>
                <a:latin typeface="Microsoft YaHei"/>
              </a:rPr>
              <a:t>蓝色鲸鱼科技园 园区访客登记系统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77B6"/>
                </a:solidFill>
                <a:latin typeface="Microsoft YaHei"/>
              </a:rPr>
              <a:t>业务场景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3045E"/>
                </a:solidFill>
                <a:latin typeface="Microsoft YaHei"/>
              </a:rPr>
              <a:t>访客开车到园区入口 → 打一通电话 → AI 自动采集车牌/公司/事由 → 推企业微信给门卫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77B6"/>
                </a:solidFill>
                <a:latin typeface="Microsoft YaHei"/>
              </a:rPr>
              <a:t>我的工作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3045E"/>
                </a:solidFill>
                <a:latin typeface="Microsoft YaHei"/>
              </a:rPr>
              <a:t>1. 选型 &amp; 架构设计  2. STT/LLM/TTS 三段流水线打通  3. WebSocket 流式传输  4. 延迟优化  5. 单元/压力/真机测试  6. 三个入口兜底（Twilio / 浏览器 / 小程序）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为什么这件事值得做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业务价值 → 技术挑战 → 我的取舍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" cy="347472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现状（痛点）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918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门卫每天接 50+ 通来访电话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手动登记：姓名/车牌/公司/事由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高峰期漏接、记错字、信息不完整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纸质登记难检索、难统计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109728" cy="3474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目标（我们的解法）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918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AI 7×24 接听，&lt; 25s 内完成登记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自然对话，访客零学习成本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关键字段强制采集（车牌/事由）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结构化落库 + 实时推企业微信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0215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109728" cy="3474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93392"/>
            <a:ext cx="3136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我的取舍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68880"/>
            <a:ext cx="3136392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优先体验 &amp; 完整度，不是技术炫技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用成熟 SaaS (Twilio + 百炼) 而非自建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LLM 选中文质量最好的一家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兜底：3 个入口 + 静默兜底 + WeChat 推送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一图讲清楚：四层 + 三入口 + 一条推流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286000" cy="1097280"/>
          </a:xfrm>
          <a:prstGeom prst="rect">
            <a:avLst/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访客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📞 电话 / 🎙 浏览器 / 📱 小程序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228600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传输层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Twilio MS  /  WebSocket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2743200" cy="365760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051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7B6"/>
                </a:solidFill>
                <a:latin typeface="Microsoft YaHei"/>
              </a:rPr>
              <a:t>服务层 (FastAPI + Python)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STT  paraformer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5727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μ-law →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0574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1214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LLM  qwen-plus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2140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function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06039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TTS  qwen3-flash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700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text → PCM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154679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21868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218687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save_visit / push_wechat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7033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767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3045E"/>
                </a:solidFill>
                <a:latin typeface="Microsoft YaHei"/>
              </a:rPr>
              <a:t>存储  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673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访客历史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645920"/>
            <a:ext cx="2587752" cy="1097280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783080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通知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148840"/>
            <a:ext cx="2587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💬 企业微信群机器人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43600"/>
            <a:ext cx="11274552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</a:rPr>
              <a:t>时延预算 (目标 ≤ 25s):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电话接通 1.0s  +  STT 0.3-0.8s  +  LLM 0.5-1.3s  +  TTS 0.7-1.8s  +  WeChat 0.1-0.3s   =   端到端 3-5s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05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技术选型 ①：为什么 Twilio Media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不走 SIP，不自建媒体网关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三个候选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731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09728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SIP + FreeSWITCH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全自控，但要从零搭媒体网关、调 SIP 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060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Microsoft YaHei"/>
              </a:rPr>
              <a:t>❌ 杀鸡用牛刀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731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Twilio Programmable Voice + &lt;Say&gt;/&lt;Play&gt;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成熟，但只能整段下载播放，无流式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703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⚠️ 不够实时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7315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Twilio Media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双向 WebSocket，μ-law 8kHz 实时流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8006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✅ 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关键收益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77440"/>
            <a:ext cx="411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0 媒体服务器运维
• 直接吃 WebSocket，开发体验跟写 HTTP 一样
• μ-law 8kHz 是电话标准，无需降采样
• Twilio 现成录音/转写/分析生态，扩展容易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06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技术选型 ②：为什么 百炼 (而不是 Deepgram/OpenAI/Edge)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中文 + 一家搞定 + 链路最短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645920" cy="54864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645920"/>
            <a:ext cx="2011680" cy="54864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2011680" cy="54864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783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011680" cy="54864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Deepgram nova-2 + GPT-4o-mini + Edge TTS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19456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3317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英文强 / 中文勉强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19456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3317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贵 / 调用分散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9456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317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合成一般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自建 Whisper + LLaMA + cosyvoice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29718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全控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9718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运维地狱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718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3045E"/>
                </a:solidFill>
                <a:latin typeface="Microsoft YaHei"/>
              </a:rPr>
              <a:t>训练难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164592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3045E"/>
                </a:solidFill>
                <a:latin typeface="Microsoft YaHei"/>
              </a:rPr>
              <a:t>百炼 (paraformer + qwen-plus + qwen3-tts-flash)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749039"/>
            <a:ext cx="201168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38862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  <a:latin typeface="Microsoft YaHei"/>
              </a:rPr>
              <a:t>中文最优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749039"/>
            <a:ext cx="201168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38862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  <a:latin typeface="Microsoft YaHei"/>
              </a:rPr>
              <a:t>一家计费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49039"/>
            <a:ext cx="201168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8862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  <a:latin typeface="Microsoft YaHei"/>
              </a:rPr>
              <a:t>Cherry 自然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为什么选百炼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40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中文质量: paraformer-realtime 是为数不多电话级中文流式 STT
• 一致性: STT/LLM/TTS 同一平台，计费/监控/对账简单
• 速度: 国内 endpoint + 短链路，TTS 0.7-1.8s 优于 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07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STT 链路：电话音频 → 文字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Twilio Media Stream 流入 → 百炼 WebSocket → final transcript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1097280"/>
          </a:xfrm>
          <a:prstGeom prst="rect">
            <a:avLst/>
          </a:prstGeom>
          <a:solidFill>
            <a:srgbClr val="C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Twilio Media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base64(μ-law 8kHz)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每 ~20ms 一个 media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7B6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645920"/>
            <a:ext cx="274320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Server STT Handler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ulaw2lin(2) → ratecv(8k)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audioop 一次转完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7B6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645920"/>
            <a:ext cx="2743200" cy="1097280"/>
          </a:xfrm>
          <a:prstGeom prst="rect">
            <a:avLst/>
          </a:prstGeom>
          <a:solidFill>
            <a:srgbClr val="E0F2FE"/>
          </a:solidFill>
          <a:ln w="6350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783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百炼 paraformer-realtime-v1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WebSocket 流式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606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</a:rPr>
              <a:t>边说边出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10312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7B6"/>
                </a:solidFill>
                <a:latin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1645920"/>
            <a:ext cx="1371600" cy="1097280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17830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148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3045E"/>
                </a:solidFill>
                <a:latin typeface="Microsoft YaHei"/>
              </a:rPr>
              <a:t>text
is_final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109728" cy="27432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6499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为什么自己写 WebSocket 不用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51206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dashscope SDK 1.20+ 有 KeyError: 'begin_time' bug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SDK 硬编码模型白名单拒收 streaming model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走裸 WS: payload 字段 + 300ms endpointing 自己控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200400"/>
            <a:ext cx="555955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200400"/>
            <a:ext cx="109728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64992"/>
            <a:ext cx="5193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回访识别（一招优化）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5193792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听到车牌就查 DB (app.database.find_returning_visitor)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命中就重建 agent with returning history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2 轮 ~8s 结束，不用重问基本信息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08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LLM Agent：状态机 + 工具调用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用最少 prompt 实现 1 个目标：凑齐 4 个字段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状态机（4 字段 → complete）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371600" cy="5029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车牌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88920"/>
            <a:ext cx="1828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371600" cy="502920"/>
          </a:xfrm>
          <a:prstGeom prst="rect">
            <a:avLst/>
          </a:prstGeom>
          <a:solidFill>
            <a:srgbClr val="0077B6"/>
          </a:solidFill>
          <a:ln w="6350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17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29000"/>
            <a:ext cx="1828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1371600" cy="502920"/>
          </a:xfrm>
          <a:prstGeom prst="rect">
            <a:avLst/>
          </a:prstGeom>
          <a:solidFill>
            <a:srgbClr val="0077B6"/>
          </a:solidFill>
          <a:ln w="6350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576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事由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69079"/>
            <a:ext cx="1828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371600" cy="502920"/>
          </a:xfrm>
          <a:prstGeom prst="rect">
            <a:avLst/>
          </a:prstGeom>
          <a:solidFill>
            <a:srgbClr val="0077B6"/>
          </a:solidFill>
          <a:ln w="6350">
            <a:solidFill>
              <a:srgbClr val="007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7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手机号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09159"/>
            <a:ext cx="1828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1371600" cy="50292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937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→ send_to_guard_and_end_call()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783080"/>
            <a:ext cx="5559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系统 prompt 关键策略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194560"/>
            <a:ext cx="5559552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role: “你是访客登记员，不是客服”，边界清晰</a:t>
            </a:r>
          </a:p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一次只问一个字段，节奏感</a:t>
            </a:r>
          </a:p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模糊时用 clarify 追问，不猜</a:t>
            </a:r>
          </a:p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听到车牌/公司时立即 update_visitor()</a:t>
            </a:r>
          </a:p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• 4 字段全了就调 end_call，不啰嗦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20640"/>
            <a:ext cx="5559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工具 schema（OpenAI function calling）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532120"/>
            <a:ext cx="5559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Arial"/>
              </a:rPr>
              <a:t>update_visitor / send_to_guard_and_end_call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09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TTS 优化：1.95s → 37ms（首音延迟）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把慢的活挪到 server boot，session 级几乎零等待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❌ 优化前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用户进 session → TTS 现合成 greeting → 等 1.5-1.8s → 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Microsoft YaHei"/>
              </a:rPr>
              <a:t>首音延迟: ~1.95s   用户感知: 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645920"/>
            <a:ext cx="5486400" cy="1097280"/>
          </a:xfrm>
          <a:prstGeom prst="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✅ 优化后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94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server boot 时一次性预合成 → session 只剩内存读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68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YaHei"/>
              </a:rPr>
              <a:t>首音延迟: 37ms   用户感知: 即时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109728" cy="32004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9067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① Boot 时预合成 greeting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329184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lifespan 启动时调 _synth_bailian(开场白)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结果存 BrowserSession._BOOT_GREETING_PCM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session.run() 直接从内存读，零 TTS 等待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92608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926080"/>
            <a:ext cx="109728" cy="3200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09067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② 短句 TTS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329184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_TTS_CACHE: 4 条常用回复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好的 / 请讲 / 请再说一遍 / 好的，已通知门卫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session 内命中 → 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926080"/>
            <a:ext cx="35021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926080"/>
            <a:ext cx="109728" cy="3200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090672"/>
            <a:ext cx="3136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③ 浏览器端防抖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566160"/>
            <a:ext cx="3136392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agent 说话时 micMuted=true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防止 TTS 漏音触发 STT 二次识别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（barge-in protection）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性能证据（5 路并发 stress test）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858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SLA 5/5 全过（≤25s）· T1st p50 ~2.0s · Tend p50 ~10.2s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10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三个入口（Twilio / WebRTC / 小程序）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同一套 STT/LLM/TTS，三种用户场景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09728" cy="45720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📞 Twilio 真实电话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918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生产路径：PSTN 拨号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Twilio Media Streams 接音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体验最真实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需要 Twilio 账号 + ICP 备案域名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/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现状：账号关停，9 通 call log 留底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109728" cy="4572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🌐 WebRTC 浏览器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918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getUserMedia + WebSocket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/ws/browser 端点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零电话零账号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面试官现场可演示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/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状态：跑通，live URL 已部署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0215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10512"/>
            <a:ext cx="3136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📱 微信小程序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3136392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wx.getRecorderManager() 录音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wx.sendSocketMessage() 推流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wx.createWebAudioContext() 播音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走微信内网，零流量费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/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状态：drop-in 4 文件 + INTEGRATE.md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设计原则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3045E"/>
                </a:solidFill>
                <a:latin typeface="Microsoft YaHei"/>
              </a:rPr>
              <a:t>入口不同 → transport 不同，但后端 BrowserSession / TwilioCall 完全同源 STT/LLM/TTS。改 transport 不改 agent。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11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测试 &amp;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三件证据，证明链路真的跑通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09728" cy="22860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单元测试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91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72 / 72 全过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覆盖 plate / agent / schemas / wechat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uv run pytest tests/ -v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109728" cy="2286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压力测试 (5x5)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91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5 通并发 3 / 全部 ≤ 25s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T1st ~2s · Tend ~10s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agent 100% 跑通对话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0215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10512"/>
            <a:ext cx="3136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真实 Twilio 通话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31363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9 通 inbound call 全 completed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server log 抓得到每通 call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已扣 $0.0405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7B6"/>
                </a:solidFill>
                <a:latin typeface="Microsoft YaHei"/>
              </a:rPr>
              <a:t>可以现场播的证据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09728" cy="18288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28031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🎙 28s 完整对话录音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3 轮真实对话（greeting + 车牌 + 完成）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Cherry 女生自然中文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路径: docs/evidence/demo-3turn-28s.wav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663440"/>
            <a:ext cx="55595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66344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28031"/>
            <a:ext cx="5193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🌐 WebRTC 浏览器实测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519379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面试官现场可点开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授权麦克风 → 对着电脑说话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https://cars-gathering-divx-bent.trycloudflare.com/browser-test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12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踩过的坑（debugging journey）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高级信号 = 你踩过 + 解决了 + 知道为什么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3045E"/>
                </a:solidFill>
                <a:latin typeface="Microsoft YaHei"/>
              </a:rPr>
              <a:t>Trial 账户 Media Stream 吞音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Twilio Trial 不发 stream 音频，9 通 call 全听不到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修法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3045E"/>
                </a:solidFill>
                <a:latin typeface="Microsoft YaHei"/>
              </a:rPr>
              <a:t>升级 Full 账户 → 音频立即可播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7B6"/>
                </a:solidFill>
                <a:latin typeface="Microsoft YaHei"/>
              </a:rPr>
              <a:t>面试官看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帮面试官看到：会读 Twilio 文档、能区分账户级别限制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3045E"/>
                </a:solidFill>
                <a:latin typeface="Microsoft YaHei"/>
              </a:rPr>
              <a:t>ngrok-free 不支持 WSS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Twilio Stream 连不上，101 Switching 拿不到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51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修法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175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3045E"/>
                </a:solidFill>
                <a:latin typeface="Microsoft YaHei"/>
              </a:rPr>
              <a:t>切 cloudflared，--protocol http2（QUIC 在中国墙）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7B6"/>
                </a:solidFill>
                <a:latin typeface="Microsoft YaHei"/>
              </a:rPr>
              <a:t>面试官看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0175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帮面试官看到：换工具前先复现、懂 WSS 升级机制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3045E"/>
                </a:solidFill>
                <a:latin typeface="Microsoft YaHei"/>
              </a:rPr>
              <a:t>TTS 缓存误用，重复合成 1.8s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每次 greeting 都现合成，慢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11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修法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977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3045E"/>
                </a:solidFill>
                <a:latin typeface="Microsoft YaHei"/>
              </a:rPr>
              <a:t>boot 时一次性预合成 → 1.95s → 37ms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611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7B6"/>
                </a:solidFill>
                <a:latin typeface="Microsoft YaHei"/>
              </a:rPr>
              <a:t>面试官看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77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帮面试官看到：会从'感知延迟'角度优化、不是只看 QPS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3045E"/>
                </a:solidFill>
                <a:latin typeface="Microsoft YaHei"/>
              </a:rPr>
              <a:t>agent 太快导致串话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用户还没说完，agent 答了；用户接着说，STT 抓错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572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修法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9377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3045E"/>
                </a:solidFill>
                <a:latin typeface="Microsoft YaHei"/>
              </a:rPr>
              <a:t>agent 说话时 micMuted=true + 250ms grace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72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7B6"/>
                </a:solidFill>
                <a:latin typeface="Microsoft YaHei"/>
              </a:rPr>
              <a:t>面试官看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377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帮面试官看到：理解'现实 UX 跟 demo 不一样'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3045E"/>
                </a:solidFill>
                <a:latin typeface="Microsoft YaHei"/>
              </a:rPr>
              <a:t>WebRTC 音频怪声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浏览器把 16k PCM 按 48k 播，3 倍速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32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修法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89788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3045E"/>
                </a:solidFill>
                <a:latin typeface="Microsoft YaHei"/>
              </a:rPr>
              <a:t>AudioContext 不指定 sampleRate，让 Web Audio 自动重采样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532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7B6"/>
                </a:solidFill>
                <a:latin typeface="Microsoft YaHei"/>
              </a:rPr>
              <a:t>面试官看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89788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帮面试官看到：底层理解、知道 API 默认可坑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13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局限 &amp; 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自省 = 加分项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09728" cy="45720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🔍 已知的局限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1206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百炼 TTS REST 非流式，首包 0.7-1.8s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  缓解: boot 预合成 + 短句 cache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浏览器录音只能实时拿，不能传文件测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cloudflared quick tunnel 每次重启换 URL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  缓解: 长期部署需自有域名 / 阿里云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个人主体小程序不能上架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国际长途有运营商风控（已绕过）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55955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109728" cy="4572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5193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3045E"/>
                </a:solidFill>
                <a:latin typeface="Microsoft YaHei"/>
              </a:rPr>
              <a:t>🚀 下一步可以做的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193792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STT/LLM/TTS 全异步 pipeline（Q1 完成）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LLM 切 streaming，前几个 token 就开始 TTS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  （理论能再省 1s 延迟）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实时情绪识别（Twilio + 声纹）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多语言切换（中/英/粤语）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• 门卫端反向查询 API（已有，扩展）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14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3045E"/>
                </a:solidFill>
                <a:latin typeface="Microsoft YaHei"/>
              </a:rPr>
              <a:t>Q&amp;A 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高频问题的 1-2 句快速回答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为什么不用 Deepgram nova-2？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百炼 paraformer 中文更好，且 STT/LLM/TTS 一家计费链路短。Deepgram 是备选，代码里 make_transcriber() 留了切换接口。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Twilio Media Stream 跟 SIP 区别？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Media Stream 是 Twilio 把电话音频推 WebSocket，开发者直接消费 μ-law 8k。SIP 要自建媒体服务器，工作量 10x+。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端到端延迟怎么优化的？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三处：boot 预合成 greeting (1.95s→37ms)、TTS cache 短句 (1.5s→0ms)、浏览器 mic mute 防串话（体感）。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5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三个入口会不会太复杂？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61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后端只一份：BrowserSession（浏览器/小程序）+ TwilioCall（电话），共享 STT/LLM/TTS。transport 不同，agent 同一份。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你说 Twilio 账号关停了，怎么验证电话链路？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38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服务器 log 留 9 通 call 记录，每通都有 STT/LLM/TTS 完整 log。WebRTC 路径同 STT/LLM/TTS，作为电话链路的代理验证。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7B6"/>
                </a:solidFill>
                <a:latin typeface="Microsoft YaHei"/>
              </a:rPr>
              <a:t>Q: 如果 Twilio 完全不能用，会怎么改？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161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3045E"/>
                </a:solidFill>
                <a:latin typeface="Microsoft YaHei"/>
              </a:rPr>
              <a:t>A: 换 Telnyx（API 兼容 Twilio，~1 天改 handler）；或部署 WebRTC + 小程序为生产入口（已实现），跳电话栈。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